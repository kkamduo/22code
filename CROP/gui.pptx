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85B129-DF45-4300-B314-2116A6C666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6841BBD-CAB7-4671-AAA9-F14E5C70D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862B37-6417-419B-82A6-4BADC2ACE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FAA2E-BF7F-42B5-9983-AE7C445943DD}" type="datetimeFigureOut">
              <a:rPr lang="ko-KR" altLang="en-US" smtClean="0"/>
              <a:t>2022-06-23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636B1F-3718-42C8-B98A-9561ECCFB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CA67C0-BB30-4366-9157-231A382D4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F1BA5-3CE3-45AE-9518-EDA745E0C7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892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547C3D-9DCF-4A2C-AC2C-D38676941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C66747-A158-489D-AFEF-DEFE007A5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ECF54C-C8BC-496A-B847-2701B6775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FAA2E-BF7F-42B5-9983-AE7C445943DD}" type="datetimeFigureOut">
              <a:rPr lang="ko-KR" altLang="en-US" smtClean="0"/>
              <a:t>2022-06-23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A1B6D0-374F-41A1-BD47-1FE4BBA2D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89461B-A4EF-4C27-8AF3-5F1305E5A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F1BA5-3CE3-45AE-9518-EDA745E0C7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524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9D2958-1013-48A6-ABEA-45635C6F2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698EB-A4B9-4FFB-9B76-202EFAC59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5A33CA-FCD2-4C97-8C59-1BDAC54AF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FAA2E-BF7F-42B5-9983-AE7C445943DD}" type="datetimeFigureOut">
              <a:rPr lang="ko-KR" altLang="en-US" smtClean="0"/>
              <a:t>2022-06-23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580F60-E585-4DCB-A47E-C11518BBD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A6E166-82D1-4B85-BC8C-CAC870045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F1BA5-3CE3-45AE-9518-EDA745E0C7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647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472E69-0AA8-43C8-83B9-E6076F259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554D93-87F2-465C-9F6A-A8AC39076F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97F5EB-2E2B-4ED0-83AA-C31BE6E11C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066DAC-C8AC-41F7-9C92-AE4CE32B0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FAA2E-BF7F-42B5-9983-AE7C445943DD}" type="datetimeFigureOut">
              <a:rPr lang="ko-KR" altLang="en-US" smtClean="0"/>
              <a:t>2022-06-23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D29C66-76C6-4693-AD11-B69987BFA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BE33C6-7D84-42FD-8DB9-786099EC7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F1BA5-3CE3-45AE-9518-EDA745E0C7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5137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899AA7-576D-4BBE-B7FE-605DFB298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9EE0D9-0F4A-4910-873D-C481938BA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F08A68-09E7-4101-A9D9-1C55295CA8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414AD16-7D36-4E43-A265-786E1ED772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8BDB8EF-38BE-4BAA-B056-07BED13DEF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78560B6-1E20-4626-824A-1BC860952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FAA2E-BF7F-42B5-9983-AE7C445943DD}" type="datetimeFigureOut">
              <a:rPr lang="ko-KR" altLang="en-US" smtClean="0"/>
              <a:t>2022-06-23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8AA0632-C447-4C04-A03A-EB5983D27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AB0393A-253E-4E68-A2ED-7CFC8D5D0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F1BA5-3CE3-45AE-9518-EDA745E0C7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1272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E632C2-002A-44C9-BC07-0100BB747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DED8E4-B814-4B78-9BB9-2EF282C66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FAA2E-BF7F-42B5-9983-AE7C445943DD}" type="datetimeFigureOut">
              <a:rPr lang="ko-KR" altLang="en-US" smtClean="0"/>
              <a:t>2022-06-23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FA093D-3F4B-42C4-BECF-CADC10717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0BA8E69-D54F-44BD-8C28-C0D35A6E7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F1BA5-3CE3-45AE-9518-EDA745E0C7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6152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7D038-EE73-4F51-AE6E-5B3AC7359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FAA2E-BF7F-42B5-9983-AE7C445943DD}" type="datetimeFigureOut">
              <a:rPr lang="ko-KR" altLang="en-US" smtClean="0"/>
              <a:t>2022-06-23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E9BDA1E-AFEC-4EFC-AB93-15FF8B26D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2675FC-D51C-4604-A916-C9FBD2DB7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F1BA5-3CE3-45AE-9518-EDA745E0C7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686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2112E7-A76E-4371-ABFE-6AA4D792C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83A2CF-F517-4D0F-8E8A-3EC68535D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C4F1FE8-0F85-48F0-90CE-C05158203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973898-C88D-4E0E-9367-A20A34F54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FAA2E-BF7F-42B5-9983-AE7C445943DD}" type="datetimeFigureOut">
              <a:rPr lang="ko-KR" altLang="en-US" smtClean="0"/>
              <a:t>2022-06-23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E3FD58-D74C-4A18-9D28-EC0FBF181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6DA22A4-8459-40EB-B8BE-48B8598C8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F1BA5-3CE3-45AE-9518-EDA745E0C7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3371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C0467A-569E-4382-8EEC-4C1B73E28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FBFCBB6-7EE7-4678-BC21-B5CA21B96E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ED37B43-03C2-4E1E-BC3C-885018D6D4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8DCDEF-2A22-4E19-ACD5-97A8A98E8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FAA2E-BF7F-42B5-9983-AE7C445943DD}" type="datetimeFigureOut">
              <a:rPr lang="ko-KR" altLang="en-US" smtClean="0"/>
              <a:t>2022-06-23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08C0CF-E5DB-42F1-848C-713235653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FA87FA-D452-49A4-AE86-B0CC7FBA5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F1BA5-3CE3-45AE-9518-EDA745E0C7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827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688782-AFB0-4B75-8DCF-DF804349B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8565BC6-A178-42A2-B275-0039BA9735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C95FF7-587C-4A8A-A085-6D84D1018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FAA2E-BF7F-42B5-9983-AE7C445943DD}" type="datetimeFigureOut">
              <a:rPr lang="ko-KR" altLang="en-US" smtClean="0"/>
              <a:t>2022-06-23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B279DD-D5DC-4334-B41C-084B0A1B0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87D556-20F3-40E0-BF0C-719A8389E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F1BA5-3CE3-45AE-9518-EDA745E0C7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5634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37C4DDB-9A76-4204-B170-6F8D43DC3A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5A6F009-7586-4866-A43C-86F29AF7F3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80390D-8248-4A44-A7F7-2ED9F42D8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FAA2E-BF7F-42B5-9983-AE7C445943DD}" type="datetimeFigureOut">
              <a:rPr lang="ko-KR" altLang="en-US" smtClean="0"/>
              <a:t>2022-06-23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8697D9-6041-4203-9837-56A15BC31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9F0FE8-7A99-43BC-8E31-7EB10AF3A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F1BA5-3CE3-45AE-9518-EDA745E0C7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7414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2B370EE-4886-4AF0-B78E-2BE80D8D4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52A2BB-D266-490F-9B14-81421EF7F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4F8303-EF04-4E42-8A25-C30E73652D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FAA2E-BF7F-42B5-9983-AE7C445943DD}" type="datetimeFigureOut">
              <a:rPr lang="ko-KR" altLang="en-US" smtClean="0"/>
              <a:t>2022-06-23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251BF0-3CFC-4ECB-BFF9-25D8D57F2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9CCAAA-026B-45AE-904F-5F085F233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F1BA5-3CE3-45AE-9518-EDA745E0C7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2800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타원 8">
            <a:extLst>
              <a:ext uri="{FF2B5EF4-FFF2-40B4-BE49-F238E27FC236}">
                <a16:creationId xmlns:a16="http://schemas.microsoft.com/office/drawing/2014/main" id="{1DBC8B37-C268-4696-AFC3-7D7B5E933769}"/>
              </a:ext>
            </a:extLst>
          </p:cNvPr>
          <p:cNvSpPr/>
          <p:nvPr/>
        </p:nvSpPr>
        <p:spPr>
          <a:xfrm>
            <a:off x="333375" y="699016"/>
            <a:ext cx="542925" cy="5429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AEC075-B287-463A-A3EA-F874543243AE}"/>
              </a:ext>
            </a:extLst>
          </p:cNvPr>
          <p:cNvSpPr txBox="1"/>
          <p:nvPr/>
        </p:nvSpPr>
        <p:spPr>
          <a:xfrm>
            <a:off x="1009650" y="699016"/>
            <a:ext cx="2476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하단에 </a:t>
            </a:r>
            <a:r>
              <a:rPr lang="en-US" altLang="ko-KR" sz="1200" dirty="0">
                <a:solidFill>
                  <a:srgbClr val="FF0000"/>
                </a:solidFill>
              </a:rPr>
              <a:t>‘Pixel </a:t>
            </a:r>
            <a:r>
              <a:rPr lang="ko-KR" altLang="en-US" sz="1200" dirty="0">
                <a:solidFill>
                  <a:srgbClr val="FF0000"/>
                </a:solidFill>
              </a:rPr>
              <a:t>선택 우측</a:t>
            </a:r>
            <a:r>
              <a:rPr lang="en-US" altLang="ko-KR" sz="1200" dirty="0">
                <a:solidFill>
                  <a:srgbClr val="FF0000"/>
                </a:solidFill>
              </a:rPr>
              <a:t>’</a:t>
            </a:r>
            <a:r>
              <a:rPr lang="ko-KR" altLang="en-US" sz="1200" dirty="0"/>
              <a:t>에</a:t>
            </a:r>
            <a:endParaRPr lang="en-US" altLang="ko-KR" sz="1200" dirty="0"/>
          </a:p>
          <a:p>
            <a:r>
              <a:rPr lang="en-US" altLang="ko-KR" sz="1200" dirty="0">
                <a:solidFill>
                  <a:srgbClr val="FF0000"/>
                </a:solidFill>
              </a:rPr>
              <a:t>‘640’ ‘960’ ‘1280’ ‘1920’ </a:t>
            </a:r>
            <a:r>
              <a:rPr lang="ko-KR" altLang="en-US" sz="1200" dirty="0"/>
              <a:t>중 하나를 </a:t>
            </a:r>
            <a:r>
              <a:rPr lang="ko-KR" altLang="en-US" sz="1200" dirty="0">
                <a:solidFill>
                  <a:srgbClr val="FF0000"/>
                </a:solidFill>
              </a:rPr>
              <a:t>클릭</a:t>
            </a:r>
            <a:r>
              <a:rPr lang="ko-KR" altLang="en-US" sz="1200" dirty="0"/>
              <a:t>하여 선택합니다</a:t>
            </a:r>
            <a:r>
              <a:rPr lang="en-US" altLang="ko-KR" sz="1200" dirty="0"/>
              <a:t>.</a:t>
            </a:r>
            <a:r>
              <a:rPr lang="ko-KR" altLang="en-US" sz="1200" dirty="0"/>
              <a:t> 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892CE5C9-1ACA-4F54-B9F1-8EFADFB5BA59}"/>
              </a:ext>
            </a:extLst>
          </p:cNvPr>
          <p:cNvSpPr/>
          <p:nvPr/>
        </p:nvSpPr>
        <p:spPr>
          <a:xfrm>
            <a:off x="333375" y="1657586"/>
            <a:ext cx="542925" cy="5429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86ECE5-4C2A-42A5-B7DB-39C2058AF635}"/>
              </a:ext>
            </a:extLst>
          </p:cNvPr>
          <p:cNvSpPr txBox="1"/>
          <p:nvPr/>
        </p:nvSpPr>
        <p:spPr>
          <a:xfrm>
            <a:off x="1009650" y="1657586"/>
            <a:ext cx="2476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좌측 하단에 ＇</a:t>
            </a:r>
            <a:r>
              <a:rPr lang="en-US" altLang="ko-KR" sz="1200" dirty="0">
                <a:solidFill>
                  <a:srgbClr val="FF0000"/>
                </a:solidFill>
              </a:rPr>
              <a:t>Open</a:t>
            </a:r>
            <a:r>
              <a:rPr lang="ko-KR" altLang="en-US" sz="1200" dirty="0">
                <a:solidFill>
                  <a:srgbClr val="FF0000"/>
                </a:solidFill>
              </a:rPr>
              <a:t>＇</a:t>
            </a:r>
            <a:r>
              <a:rPr lang="ko-KR" altLang="en-US" sz="1200" dirty="0"/>
              <a:t>을 클릭하여 작업할 </a:t>
            </a:r>
            <a:r>
              <a:rPr lang="en-US" altLang="ko-KR" sz="1200" dirty="0">
                <a:solidFill>
                  <a:srgbClr val="FF0000"/>
                </a:solidFill>
              </a:rPr>
              <a:t>'</a:t>
            </a:r>
            <a:r>
              <a:rPr lang="ko-KR" altLang="en-US" sz="1200" dirty="0">
                <a:solidFill>
                  <a:srgbClr val="FF0000"/>
                </a:solidFill>
              </a:rPr>
              <a:t>이미지를 선택</a:t>
            </a:r>
            <a:r>
              <a:rPr lang="en-US" altLang="ko-KR" sz="1200" dirty="0">
                <a:solidFill>
                  <a:srgbClr val="FF0000"/>
                </a:solidFill>
              </a:rPr>
              <a:t>'</a:t>
            </a:r>
            <a:r>
              <a:rPr lang="ko-KR" altLang="en-US" sz="1200" dirty="0"/>
              <a:t>합니다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6872EB2C-7ED2-46FE-9496-E94F63AC8BAD}"/>
              </a:ext>
            </a:extLst>
          </p:cNvPr>
          <p:cNvSpPr/>
          <p:nvPr/>
        </p:nvSpPr>
        <p:spPr>
          <a:xfrm>
            <a:off x="333375" y="2616156"/>
            <a:ext cx="542925" cy="5429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D264C0-9619-49B7-8399-D308FB56EFD6}"/>
              </a:ext>
            </a:extLst>
          </p:cNvPr>
          <p:cNvSpPr txBox="1"/>
          <p:nvPr/>
        </p:nvSpPr>
        <p:spPr>
          <a:xfrm>
            <a:off x="1009650" y="2489768"/>
            <a:ext cx="24765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중앙 화면에 선택한 이미지가 나타나며 마우스 조작을 통해 </a:t>
            </a:r>
            <a:r>
              <a:rPr lang="en-US" altLang="ko-KR" sz="1200" dirty="0"/>
              <a:t>ROI</a:t>
            </a:r>
            <a:r>
              <a:rPr lang="ko-KR" altLang="en-US" sz="1200" dirty="0"/>
              <a:t>를 지정</a:t>
            </a:r>
            <a:r>
              <a:rPr lang="en-US" altLang="ko-KR" sz="1200" dirty="0"/>
              <a:t>,</a:t>
            </a:r>
            <a:r>
              <a:rPr lang="ko-KR" altLang="en-US" sz="1200" dirty="0"/>
              <a:t>제거 또는 이동시킵니다</a:t>
            </a:r>
            <a:r>
              <a:rPr lang="en-US" altLang="ko-KR" sz="1200" dirty="0"/>
              <a:t>. </a:t>
            </a:r>
          </a:p>
          <a:p>
            <a:endParaRPr lang="en-US" altLang="ko-KR" sz="1200" dirty="0"/>
          </a:p>
          <a:p>
            <a:r>
              <a:rPr lang="en-US" altLang="ko-KR" sz="1200" dirty="0">
                <a:solidFill>
                  <a:srgbClr val="FF0000"/>
                </a:solidFill>
              </a:rPr>
              <a:t>Ctrl + </a:t>
            </a:r>
            <a:r>
              <a:rPr lang="ko-KR" altLang="en-US" sz="1200" dirty="0" err="1">
                <a:solidFill>
                  <a:srgbClr val="FF0000"/>
                </a:solidFill>
              </a:rPr>
              <a:t>좌클릭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en-US" altLang="ko-KR" sz="1200" dirty="0">
                <a:solidFill>
                  <a:srgbClr val="FF0000"/>
                </a:solidFill>
              </a:rPr>
              <a:t>: ROI </a:t>
            </a:r>
            <a:r>
              <a:rPr lang="ko-KR" altLang="en-US" sz="1200" dirty="0">
                <a:solidFill>
                  <a:srgbClr val="FF0000"/>
                </a:solidFill>
              </a:rPr>
              <a:t>지정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>
                <a:solidFill>
                  <a:srgbClr val="FF0000"/>
                </a:solidFill>
              </a:rPr>
              <a:t>더블 </a:t>
            </a:r>
            <a:r>
              <a:rPr lang="ko-KR" altLang="en-US" sz="1200" dirty="0" err="1">
                <a:solidFill>
                  <a:srgbClr val="FF0000"/>
                </a:solidFill>
              </a:rPr>
              <a:t>우클릭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en-US" altLang="ko-KR" sz="1200" dirty="0">
                <a:solidFill>
                  <a:srgbClr val="FF0000"/>
                </a:solidFill>
              </a:rPr>
              <a:t>: ROI</a:t>
            </a:r>
            <a:r>
              <a:rPr lang="ko-KR" altLang="en-US" sz="1200" dirty="0">
                <a:solidFill>
                  <a:srgbClr val="FF0000"/>
                </a:solidFill>
              </a:rPr>
              <a:t> 삭제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>
                <a:solidFill>
                  <a:srgbClr val="FF0000"/>
                </a:solidFill>
              </a:rPr>
              <a:t>더블 </a:t>
            </a:r>
            <a:r>
              <a:rPr lang="ko-KR" altLang="en-US" sz="1200" dirty="0" err="1">
                <a:solidFill>
                  <a:srgbClr val="FF0000"/>
                </a:solidFill>
              </a:rPr>
              <a:t>좌클릭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en-US" altLang="ko-KR" sz="1200" dirty="0">
                <a:solidFill>
                  <a:srgbClr val="FF0000"/>
                </a:solidFill>
              </a:rPr>
              <a:t>+ </a:t>
            </a:r>
            <a:r>
              <a:rPr lang="ko-KR" altLang="en-US" sz="1200" dirty="0" err="1">
                <a:solidFill>
                  <a:srgbClr val="FF0000"/>
                </a:solidFill>
              </a:rPr>
              <a:t>드래그앤드롭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en-US" altLang="ko-KR" sz="1200" dirty="0">
                <a:solidFill>
                  <a:srgbClr val="FF0000"/>
                </a:solidFill>
              </a:rPr>
              <a:t>: ROI</a:t>
            </a:r>
            <a:r>
              <a:rPr lang="ko-KR" altLang="en-US" sz="1200" dirty="0">
                <a:solidFill>
                  <a:srgbClr val="FF0000"/>
                </a:solidFill>
              </a:rPr>
              <a:t> 이동</a:t>
            </a:r>
            <a:endParaRPr lang="en-US" altLang="ko-KR" sz="1200" dirty="0">
              <a:solidFill>
                <a:srgbClr val="FF0000"/>
              </a:solidFill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BC65591E-8C14-4ECB-8DD1-91D937F60D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84" r="14508" b="16279"/>
          <a:stretch/>
        </p:blipFill>
        <p:spPr>
          <a:xfrm>
            <a:off x="3943350" y="2616156"/>
            <a:ext cx="3551249" cy="3146469"/>
          </a:xfrm>
          <a:prstGeom prst="rect">
            <a:avLst/>
          </a:prstGeom>
        </p:spPr>
      </p:pic>
      <p:sp>
        <p:nvSpPr>
          <p:cNvPr id="32" name="타원 31">
            <a:extLst>
              <a:ext uri="{FF2B5EF4-FFF2-40B4-BE49-F238E27FC236}">
                <a16:creationId xmlns:a16="http://schemas.microsoft.com/office/drawing/2014/main" id="{E83B83E6-675A-49C3-B297-5581B181A66C}"/>
              </a:ext>
            </a:extLst>
          </p:cNvPr>
          <p:cNvSpPr/>
          <p:nvPr/>
        </p:nvSpPr>
        <p:spPr>
          <a:xfrm>
            <a:off x="333375" y="4245280"/>
            <a:ext cx="542925" cy="5429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3584DD-AFB7-42D1-A1E2-383BAF331B8D}"/>
              </a:ext>
            </a:extLst>
          </p:cNvPr>
          <p:cNvSpPr txBox="1"/>
          <p:nvPr/>
        </p:nvSpPr>
        <p:spPr>
          <a:xfrm>
            <a:off x="1009651" y="4245280"/>
            <a:ext cx="24765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잘못된 </a:t>
            </a:r>
            <a:r>
              <a:rPr lang="en-US" altLang="ko-KR" sz="1200" dirty="0">
                <a:solidFill>
                  <a:srgbClr val="FF0000"/>
                </a:solidFill>
              </a:rPr>
              <a:t>ROI</a:t>
            </a:r>
            <a:r>
              <a:rPr lang="ko-KR" altLang="en-US" sz="1200" dirty="0"/>
              <a:t>의 경우 </a:t>
            </a:r>
            <a:r>
              <a:rPr lang="ko-KR" altLang="en-US" sz="1200" dirty="0">
                <a:solidFill>
                  <a:srgbClr val="FF0000"/>
                </a:solidFill>
              </a:rPr>
              <a:t>붉은색 </a:t>
            </a:r>
            <a:r>
              <a:rPr lang="ko-KR" altLang="en-US" sz="1200" dirty="0"/>
              <a:t>박스로 표시되며 </a:t>
            </a:r>
            <a:r>
              <a:rPr lang="ko-KR" altLang="en-US" sz="1200" dirty="0">
                <a:solidFill>
                  <a:srgbClr val="FF0000"/>
                </a:solidFill>
              </a:rPr>
              <a:t>올바른</a:t>
            </a:r>
            <a:r>
              <a:rPr lang="ko-KR" altLang="en-US" sz="1200" dirty="0"/>
              <a:t> 경우 </a:t>
            </a:r>
            <a:r>
              <a:rPr lang="ko-KR" altLang="en-US" sz="1200" dirty="0">
                <a:solidFill>
                  <a:srgbClr val="FF0000"/>
                </a:solidFill>
              </a:rPr>
              <a:t>초록색</a:t>
            </a:r>
            <a:r>
              <a:rPr lang="ko-KR" altLang="en-US" sz="1200" dirty="0"/>
              <a:t> 박스로 표현됩니다</a:t>
            </a:r>
            <a:r>
              <a:rPr lang="en-US" altLang="ko-KR" sz="1200" dirty="0"/>
              <a:t>.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잘못된 </a:t>
            </a:r>
            <a:r>
              <a:rPr lang="en-US" altLang="ko-KR" sz="1200" dirty="0"/>
              <a:t>ROI</a:t>
            </a:r>
            <a:r>
              <a:rPr lang="ko-KR" altLang="en-US" sz="1200" dirty="0"/>
              <a:t>는 박스가 </a:t>
            </a:r>
            <a:r>
              <a:rPr lang="ko-KR" altLang="en-US" sz="1200" dirty="0">
                <a:solidFill>
                  <a:srgbClr val="FF0000"/>
                </a:solidFill>
              </a:rPr>
              <a:t>이미지 범위 밖</a:t>
            </a:r>
            <a:r>
              <a:rPr lang="ko-KR" altLang="en-US" sz="1200" dirty="0"/>
              <a:t>으로 나가거나 프로그램내 </a:t>
            </a:r>
            <a:r>
              <a:rPr lang="ko-KR" altLang="en-US" sz="1200" dirty="0">
                <a:solidFill>
                  <a:srgbClr val="FF0000"/>
                </a:solidFill>
              </a:rPr>
              <a:t>오류</a:t>
            </a:r>
            <a:r>
              <a:rPr lang="ko-KR" altLang="en-US" sz="1200" dirty="0"/>
              <a:t>입니다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E1FE2DC5-D036-4897-8344-923689C626F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83" t="4861" r="29845" b="22464"/>
          <a:stretch/>
        </p:blipFill>
        <p:spPr>
          <a:xfrm>
            <a:off x="7951799" y="2616155"/>
            <a:ext cx="3551249" cy="314646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6F98B0BE-49D1-4454-9DC0-91DFB3ECF1BF}"/>
              </a:ext>
            </a:extLst>
          </p:cNvPr>
          <p:cNvSpPr txBox="1"/>
          <p:nvPr/>
        </p:nvSpPr>
        <p:spPr>
          <a:xfrm>
            <a:off x="4877898" y="5846934"/>
            <a:ext cx="16821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</a:t>
            </a:r>
            <a:r>
              <a:rPr lang="ko-KR" altLang="en-US" sz="1200" dirty="0"/>
              <a:t>잘못된 </a:t>
            </a:r>
            <a:r>
              <a:rPr lang="en-US" altLang="ko-KR" sz="1200" dirty="0"/>
              <a:t>ROI</a:t>
            </a:r>
            <a:r>
              <a:rPr lang="ko-KR" altLang="en-US" sz="1200" dirty="0"/>
              <a:t>표기 예</a:t>
            </a:r>
            <a:r>
              <a:rPr lang="en-US" altLang="ko-KR" sz="1200" dirty="0"/>
              <a:t>&gt;</a:t>
            </a:r>
            <a:endParaRPr lang="ko-KR" altLang="en-US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8AF43D2-CA50-43D0-B2F3-0D7B3C1A2924}"/>
              </a:ext>
            </a:extLst>
          </p:cNvPr>
          <p:cNvSpPr txBox="1"/>
          <p:nvPr/>
        </p:nvSpPr>
        <p:spPr>
          <a:xfrm>
            <a:off x="8886347" y="5846933"/>
            <a:ext cx="16821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</a:t>
            </a:r>
            <a:r>
              <a:rPr lang="ko-KR" altLang="en-US" sz="1200" dirty="0"/>
              <a:t>올바른 </a:t>
            </a:r>
            <a:r>
              <a:rPr lang="en-US" altLang="ko-KR" sz="1200" dirty="0"/>
              <a:t>ROI</a:t>
            </a:r>
            <a:r>
              <a:rPr lang="ko-KR" altLang="en-US" sz="1200" dirty="0"/>
              <a:t>표기 예</a:t>
            </a:r>
            <a:r>
              <a:rPr lang="en-US" altLang="ko-KR" sz="1200" dirty="0"/>
              <a:t>&gt;</a:t>
            </a:r>
            <a:endParaRPr lang="ko-KR" altLang="en-US" sz="12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AF7DE87-3043-4468-A32A-620152B52A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3350" y="760928"/>
            <a:ext cx="7559698" cy="4191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050B302-55F0-455A-9F51-934569BBCA2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" r="754" b="-1482"/>
          <a:stretch/>
        </p:blipFill>
        <p:spPr>
          <a:xfrm>
            <a:off x="3943350" y="1675107"/>
            <a:ext cx="7559698" cy="415644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8F9C6B93-07BA-430E-9226-9F4DCE43EAFF}"/>
              </a:ext>
            </a:extLst>
          </p:cNvPr>
          <p:cNvSpPr/>
          <p:nvPr/>
        </p:nvSpPr>
        <p:spPr>
          <a:xfrm>
            <a:off x="9355724" y="776826"/>
            <a:ext cx="2031144" cy="37286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CC55E81-DEB1-431F-AAEC-12E8F406A174}"/>
              </a:ext>
            </a:extLst>
          </p:cNvPr>
          <p:cNvSpPr/>
          <p:nvPr/>
        </p:nvSpPr>
        <p:spPr>
          <a:xfrm>
            <a:off x="3905969" y="1675107"/>
            <a:ext cx="1330265" cy="37286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38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타원 8">
            <a:extLst>
              <a:ext uri="{FF2B5EF4-FFF2-40B4-BE49-F238E27FC236}">
                <a16:creationId xmlns:a16="http://schemas.microsoft.com/office/drawing/2014/main" id="{1DBC8B37-C268-4696-AFC3-7D7B5E933769}"/>
              </a:ext>
            </a:extLst>
          </p:cNvPr>
          <p:cNvSpPr/>
          <p:nvPr/>
        </p:nvSpPr>
        <p:spPr>
          <a:xfrm>
            <a:off x="333373" y="934136"/>
            <a:ext cx="542925" cy="5429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AEC075-B287-463A-A3EA-F874543243AE}"/>
              </a:ext>
            </a:extLst>
          </p:cNvPr>
          <p:cNvSpPr txBox="1"/>
          <p:nvPr/>
        </p:nvSpPr>
        <p:spPr>
          <a:xfrm>
            <a:off x="1009650" y="699016"/>
            <a:ext cx="24765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올바른 </a:t>
            </a:r>
            <a:r>
              <a:rPr lang="en-US" altLang="ko-KR" sz="1200" dirty="0"/>
              <a:t>ROI</a:t>
            </a:r>
            <a:r>
              <a:rPr lang="ko-KR" altLang="en-US" sz="1200" dirty="0"/>
              <a:t>표기가 모두 이루어졌을 경우 </a:t>
            </a:r>
            <a:r>
              <a:rPr lang="ko-KR" altLang="en-US" sz="1200" dirty="0">
                <a:solidFill>
                  <a:srgbClr val="FF0000"/>
                </a:solidFill>
              </a:rPr>
              <a:t>우측상단에 </a:t>
            </a:r>
            <a:r>
              <a:rPr lang="en-US" altLang="ko-KR" sz="1200" dirty="0">
                <a:solidFill>
                  <a:srgbClr val="FF0000"/>
                </a:solidFill>
              </a:rPr>
              <a:t>‘Open’</a:t>
            </a:r>
            <a:r>
              <a:rPr lang="ko-KR" altLang="en-US" sz="1200" dirty="0"/>
              <a:t>버튼을 클릭하여 저장 경로를 지정해줍니다</a:t>
            </a:r>
            <a:r>
              <a:rPr lang="en-US" altLang="ko-KR" sz="1200" dirty="0"/>
              <a:t>. </a:t>
            </a:r>
            <a:r>
              <a:rPr lang="ko-KR" altLang="en-US" sz="1200" dirty="0"/>
              <a:t>정상적으로 설정되면 상단에 경로가 표시됩니다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892CE5C9-1ACA-4F54-B9F1-8EFADFB5BA59}"/>
              </a:ext>
            </a:extLst>
          </p:cNvPr>
          <p:cNvSpPr/>
          <p:nvPr/>
        </p:nvSpPr>
        <p:spPr>
          <a:xfrm>
            <a:off x="333374" y="2421066"/>
            <a:ext cx="542925" cy="5429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86ECE5-4C2A-42A5-B7DB-39C2058AF635}"/>
              </a:ext>
            </a:extLst>
          </p:cNvPr>
          <p:cNvSpPr txBox="1"/>
          <p:nvPr/>
        </p:nvSpPr>
        <p:spPr>
          <a:xfrm>
            <a:off x="1009650" y="2271493"/>
            <a:ext cx="24765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올바른 경로가 지정되면 </a:t>
            </a:r>
            <a:endParaRPr lang="en-US" altLang="ko-KR" sz="1200" dirty="0"/>
          </a:p>
          <a:p>
            <a:r>
              <a:rPr lang="ko-KR" altLang="en-US" sz="1200" dirty="0"/>
              <a:t>우측 상단에 </a:t>
            </a:r>
            <a:r>
              <a:rPr lang="ko-KR" altLang="en-US" sz="1200" dirty="0">
                <a:solidFill>
                  <a:srgbClr val="FF0000"/>
                </a:solidFill>
              </a:rPr>
              <a:t>‘</a:t>
            </a:r>
            <a:r>
              <a:rPr lang="en-US" altLang="ko-KR" sz="1200" dirty="0">
                <a:solidFill>
                  <a:srgbClr val="FF0000"/>
                </a:solidFill>
              </a:rPr>
              <a:t>Save’</a:t>
            </a:r>
            <a:r>
              <a:rPr lang="ko-KR" altLang="en-US" sz="1200" dirty="0"/>
              <a:t>버튼을 클릭하여 파일을 저장합니다</a:t>
            </a:r>
            <a:r>
              <a:rPr lang="en-US" altLang="ko-KR" sz="1200" dirty="0"/>
              <a:t>. </a:t>
            </a:r>
          </a:p>
          <a:p>
            <a:r>
              <a:rPr lang="ko-KR" altLang="en-US" sz="1200" dirty="0"/>
              <a:t>우측에 저장한 폴더에 파일들이 나타납니다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/>
              <a:t>파일목록들을 선택 시 해당하는 이미지 파일이 우측하단에 표기됩니다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59FF695-D6BD-40F4-BF76-521B5E7459B6}"/>
              </a:ext>
            </a:extLst>
          </p:cNvPr>
          <p:cNvGrpSpPr/>
          <p:nvPr/>
        </p:nvGrpSpPr>
        <p:grpSpPr>
          <a:xfrm>
            <a:off x="4674119" y="429646"/>
            <a:ext cx="5711962" cy="1323975"/>
            <a:chOff x="4674119" y="429646"/>
            <a:chExt cx="5711962" cy="132397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AB455A36-9035-4CE0-8D22-59CBB6355D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74119" y="429646"/>
              <a:ext cx="2105025" cy="1323975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A80753C0-D09E-40D7-A89E-4A690BE71B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81056" y="429649"/>
              <a:ext cx="2105025" cy="1323972"/>
            </a:xfrm>
            <a:prstGeom prst="rect">
              <a:avLst/>
            </a:prstGeom>
          </p:spPr>
        </p:pic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5FD84D55-6E37-4CE7-BD68-B7C9BC2F47D1}"/>
                </a:ext>
              </a:extLst>
            </p:cNvPr>
            <p:cNvSpPr/>
            <p:nvPr/>
          </p:nvSpPr>
          <p:spPr>
            <a:xfrm>
              <a:off x="4783767" y="934135"/>
              <a:ext cx="1893537" cy="230431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663382D3-0984-4794-9D0D-7216278C0B99}"/>
                </a:ext>
              </a:extLst>
            </p:cNvPr>
            <p:cNvSpPr/>
            <p:nvPr/>
          </p:nvSpPr>
          <p:spPr>
            <a:xfrm>
              <a:off x="8343712" y="459633"/>
              <a:ext cx="1936626" cy="316744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EB9779D7-19FC-4563-9059-61C749B814BD}"/>
                </a:ext>
              </a:extLst>
            </p:cNvPr>
            <p:cNvCxnSpPr/>
            <p:nvPr/>
          </p:nvCxnSpPr>
          <p:spPr>
            <a:xfrm>
              <a:off x="6853561" y="1035171"/>
              <a:ext cx="1313895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D4D65F6D-4340-4FD7-8BF6-6C0335F3C2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3000" y="1921143"/>
            <a:ext cx="1881247" cy="4541802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96A02AF5-885C-43ED-86D9-55A84353B8A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33"/>
          <a:stretch/>
        </p:blipFill>
        <p:spPr>
          <a:xfrm>
            <a:off x="8399091" y="1921143"/>
            <a:ext cx="1881247" cy="4519047"/>
          </a:xfrm>
          <a:prstGeom prst="rect">
            <a:avLst/>
          </a:prstGeom>
        </p:spPr>
      </p:pic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FF565768-AC1E-44FD-9B3C-95EA14363838}"/>
              </a:ext>
            </a:extLst>
          </p:cNvPr>
          <p:cNvCxnSpPr/>
          <p:nvPr/>
        </p:nvCxnSpPr>
        <p:spPr>
          <a:xfrm>
            <a:off x="6853561" y="5589988"/>
            <a:ext cx="131389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1920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164</Words>
  <Application>Microsoft Office PowerPoint</Application>
  <PresentationFormat>와이드스크린</PresentationFormat>
  <Paragraphs>25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15</cp:revision>
  <dcterms:created xsi:type="dcterms:W3CDTF">2022-06-20T07:33:02Z</dcterms:created>
  <dcterms:modified xsi:type="dcterms:W3CDTF">2022-06-23T06:39:14Z</dcterms:modified>
</cp:coreProperties>
</file>